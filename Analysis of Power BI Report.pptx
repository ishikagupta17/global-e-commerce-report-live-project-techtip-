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26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4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02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80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83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49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34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35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58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14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6525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899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7141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05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246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89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80A44-2AAF-4C0B-BB98-FADB1324F169}" type="datetimeFigureOut">
              <a:rPr lang="en-IN" smtClean="0"/>
              <a:t>28-06-2025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4A08EB-30CA-4EFA-95E7-D8F122233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85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11441-049D-AB29-519D-22EAC31EA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458930"/>
            <a:ext cx="7462272" cy="2591906"/>
          </a:xfrm>
        </p:spPr>
        <p:txBody>
          <a:bodyPr/>
          <a:lstStyle/>
          <a:p>
            <a:r>
              <a:rPr lang="en-US" b="1" dirty="0">
                <a:latin typeface="+mn-lt"/>
              </a:rPr>
              <a:t>Analysis of Power BI Report on 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E-commerce Sales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4F89B7-DCBA-7E06-6F82-68408099F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462272" cy="1096899"/>
          </a:xfrm>
        </p:spPr>
        <p:txBody>
          <a:bodyPr>
            <a:normAutofit/>
          </a:bodyPr>
          <a:lstStyle/>
          <a:p>
            <a:r>
              <a:rPr lang="en-US" sz="3200" b="1" dirty="0"/>
              <a:t>-BY ISHIKA GUPTA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2216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8A7E-61FD-6CA6-6733-0856C585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E-commerce Sales Report: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0E062E-6C6E-D221-5035-A48308CCA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86" y="1541125"/>
            <a:ext cx="8054179" cy="4335694"/>
          </a:xfrm>
          <a:prstGeom prst="rect">
            <a:avLst/>
          </a:prstGeom>
          <a:ln w="3175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416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8B1E-4812-4212-91F5-E1FDDC68E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0975"/>
          </a:xfrm>
        </p:spPr>
        <p:txBody>
          <a:bodyPr/>
          <a:lstStyle/>
          <a:p>
            <a:r>
              <a:rPr lang="en-IN" dirty="0"/>
              <a:t>🔍 Key Observations: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83D59-B30A-BBED-FC58-850ADD095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8657"/>
            <a:ext cx="8596668" cy="4592706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Top-Level Metrics:</a:t>
            </a:r>
          </a:p>
          <a:p>
            <a:pPr marL="0" indent="0">
              <a:buNone/>
            </a:pPr>
            <a:r>
              <a:rPr lang="en-US" dirty="0"/>
              <a:t>Total Sales: </a:t>
            </a:r>
            <a:r>
              <a:rPr lang="en-US" b="1" dirty="0"/>
              <a:t>12.64M</a:t>
            </a:r>
          </a:p>
          <a:p>
            <a:pPr marL="0" indent="0">
              <a:buNone/>
            </a:pPr>
            <a:r>
              <a:rPr lang="en-US" dirty="0"/>
              <a:t>Total Profit: </a:t>
            </a:r>
            <a:r>
              <a:rPr lang="en-US" b="1" dirty="0"/>
              <a:t>1.47M</a:t>
            </a:r>
          </a:p>
          <a:p>
            <a:pPr marL="0" indent="0">
              <a:buNone/>
            </a:pPr>
            <a:r>
              <a:rPr lang="en-US" dirty="0"/>
              <a:t>Total Quantity Sold: </a:t>
            </a:r>
            <a:r>
              <a:rPr lang="en-US" b="1" dirty="0"/>
              <a:t>178K</a:t>
            </a:r>
          </a:p>
          <a:p>
            <a:pPr marL="0" indent="0">
              <a:buNone/>
            </a:pPr>
            <a:r>
              <a:rPr lang="en-US" dirty="0"/>
              <a:t>Shipping Cost</a:t>
            </a:r>
            <a:r>
              <a:rPr lang="en-US" b="1" dirty="0"/>
              <a:t>: 1.35M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b="1" dirty="0">
                <a:solidFill>
                  <a:srgbClr val="FF0000"/>
                </a:solidFill>
              </a:rPr>
              <a:t>Sales by Country: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United States leads with 2.3M (42.46%)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Other countries (Australia, France, China, Germany) contribute significantly less.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Insight: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There's a heavy reliance on the US market. Other regions need scaling for balanced growth.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098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1BC11-A191-6319-B8D0-AF72C9CD4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7960"/>
          </a:xfrm>
        </p:spPr>
        <p:txBody>
          <a:bodyPr/>
          <a:lstStyle/>
          <a:p>
            <a:r>
              <a:rPr lang="en-US" dirty="0"/>
              <a:t>Continue: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2A1F7-5F22-D4FD-E859-A4AE4C794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4545"/>
            <a:ext cx="8596668" cy="51781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Sales by State:</a:t>
            </a:r>
          </a:p>
          <a:p>
            <a:pPr marL="0" indent="0">
              <a:buNone/>
            </a:pPr>
            <a:r>
              <a:rPr lang="en-US" dirty="0"/>
              <a:t>England: 485.17K</a:t>
            </a:r>
          </a:p>
          <a:p>
            <a:pPr marL="0" indent="0">
              <a:buNone/>
            </a:pPr>
            <a:r>
              <a:rPr lang="en-US" dirty="0"/>
              <a:t>California: 457.69K</a:t>
            </a:r>
          </a:p>
          <a:p>
            <a:pPr marL="0" indent="0">
              <a:buNone/>
            </a:pPr>
            <a:r>
              <a:rPr lang="en-US" dirty="0"/>
              <a:t>Ile-de-France: 317.82K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Insight:</a:t>
            </a:r>
          </a:p>
          <a:p>
            <a:pPr marL="0" indent="0">
              <a:buNone/>
            </a:pPr>
            <a:r>
              <a:rPr lang="en-US" dirty="0"/>
              <a:t>Certain states/regions outperform others. US and UK show strong performance.</a:t>
            </a:r>
          </a:p>
          <a:p>
            <a:r>
              <a:rPr lang="en-US" b="1" dirty="0">
                <a:solidFill>
                  <a:srgbClr val="FF0000"/>
                </a:solidFill>
              </a:rPr>
              <a:t>Sales by Category:</a:t>
            </a:r>
          </a:p>
          <a:p>
            <a:pPr marL="0" indent="0">
              <a:buNone/>
            </a:pPr>
            <a:r>
              <a:rPr lang="en-US" dirty="0"/>
              <a:t>Technology: 4.7M</a:t>
            </a:r>
          </a:p>
          <a:p>
            <a:pPr marL="0" indent="0">
              <a:buNone/>
            </a:pPr>
            <a:r>
              <a:rPr lang="en-US" dirty="0"/>
              <a:t>Furniture: 4.1M</a:t>
            </a:r>
          </a:p>
          <a:p>
            <a:pPr marL="0" indent="0">
              <a:buNone/>
            </a:pPr>
            <a:r>
              <a:rPr lang="en-US" dirty="0"/>
              <a:t>Office Supplies: 3.8M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Insight: </a:t>
            </a:r>
          </a:p>
          <a:p>
            <a:pPr marL="0" indent="0">
              <a:buNone/>
            </a:pPr>
            <a:r>
              <a:rPr lang="en-US" dirty="0"/>
              <a:t>Technology is the leading category. The gap between categories isn't huge, indicating fairly balanced demand.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15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43A9-EBA2-5862-63E7-DED13DBD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2476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05FA2-D10B-8790-93D0-EFD4EFD44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4270"/>
            <a:ext cx="8596668" cy="509598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Sales by Market:</a:t>
            </a:r>
          </a:p>
          <a:p>
            <a:pPr marL="0" indent="0">
              <a:buNone/>
            </a:pPr>
            <a:r>
              <a:rPr lang="en-US" dirty="0"/>
              <a:t>APAC: 3.59M (28.36%)</a:t>
            </a:r>
          </a:p>
          <a:p>
            <a:pPr marL="0" indent="0">
              <a:buNone/>
            </a:pPr>
            <a:r>
              <a:rPr lang="en-US" dirty="0"/>
              <a:t>EMEA: 2.94M (23.24%)</a:t>
            </a:r>
          </a:p>
          <a:p>
            <a:pPr marL="0" indent="0">
              <a:buNone/>
            </a:pPr>
            <a:r>
              <a:rPr lang="en-US" dirty="0"/>
              <a:t>US: 2.3M (18.17%)</a:t>
            </a:r>
          </a:p>
          <a:p>
            <a:pPr marL="0" indent="0">
              <a:buNone/>
            </a:pPr>
            <a:r>
              <a:rPr lang="en-US" dirty="0"/>
              <a:t>Other regions contribute less.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Insight:</a:t>
            </a:r>
          </a:p>
          <a:p>
            <a:pPr marL="0" indent="0">
              <a:buNone/>
            </a:pPr>
            <a:r>
              <a:rPr lang="en-US" dirty="0"/>
              <a:t> APAC and EMEA are strong contributors. </a:t>
            </a:r>
          </a:p>
          <a:p>
            <a:pPr marL="0" indent="0">
              <a:buNone/>
            </a:pPr>
            <a:r>
              <a:rPr lang="en-US" dirty="0"/>
              <a:t>LATAM and Canada are relatively weak.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740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108D-DFE0-3DE4-7562-62AD945B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476073"/>
            <a:ext cx="8596668" cy="1325366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Thank you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3500843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202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Analysis of Power BI Report on  E-commerce Sales</vt:lpstr>
      <vt:lpstr>E-commerce Sales Report:</vt:lpstr>
      <vt:lpstr>🔍 Key Observations:</vt:lpstr>
      <vt:lpstr>Continue:</vt:lpstr>
      <vt:lpstr>Continue: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Ishika gupta</dc:creator>
  <cp:lastModifiedBy>Ishika gupta</cp:lastModifiedBy>
  <cp:revision>1</cp:revision>
  <dcterms:created xsi:type="dcterms:W3CDTF">2025-06-28T10:47:26Z</dcterms:created>
  <dcterms:modified xsi:type="dcterms:W3CDTF">2025-06-28T11:15:06Z</dcterms:modified>
</cp:coreProperties>
</file>